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Plus Jakarta Sans SemiBold"/>
      <p:regular r:id="rId27"/>
      <p:bold r:id="rId28"/>
      <p:italic r:id="rId29"/>
      <p:boldItalic r:id="rId30"/>
    </p:embeddedFont>
    <p:embeddedFont>
      <p:font typeface="Plus Jakarta Sans Medium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PlusJakartaSansSemiBold-bold.fntdata"/><Relationship Id="rId27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Medium-regular.fntdata"/><Relationship Id="rId30" Type="http://schemas.openxmlformats.org/officeDocument/2006/relationships/font" Target="fonts/PlusJakarta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PlusJakarta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Medium-bold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PlusJakarta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a30ab2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8a30ab22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32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40.png"/><Relationship Id="rId13" Type="http://schemas.openxmlformats.org/officeDocument/2006/relationships/image" Target="../media/image52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14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34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3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51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7023"/>
            <a:ext cx="30861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594223"/>
            <a:ext cx="62208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Marketing Channel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51797"/>
            <a:ext cx="719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Evaluasi Efektivitas Channel, Segmentasi Audiens &amp; Strategi Peluncuran Produk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06664"/>
            <a:ext cx="3486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Rizky Ginanjar | DABI 23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2208460"/>
            <a:ext cx="15716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4764"/>
            <a:ext cx="180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0212" y="2238375"/>
            <a:ext cx="11715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555432" y="2695575"/>
            <a:ext cx="9081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Campaign Performance Overview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762250" y="4048125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Rangkuman performa agregat pemasaran digital berdasarkan metrik utama jangkauan, interaksi, konversi, dan profitabilitas finansial.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2612" y="2309812"/>
            <a:ext cx="128587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Campaign Dashboard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564" y="1372877"/>
            <a:ext cx="9388875" cy="52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5730"/>
            <a:ext cx="1104900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09625" y="4615755"/>
            <a:ext cx="10572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28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Kampanye pemasaran digital secara agregat berhasil mencatatkan efisiensi biaya iklan yang optimal (CPC $0.079, CPM $6.707) serta conversion rate luar biasa (22.03%), menandakan relevansi tinggi antara pesan promosi dengan target audiens.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465385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Campaign Metrics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915550"/>
            <a:ext cx="11048999" cy="1026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Rincian Performa per Channel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0475" y="1426225"/>
            <a:ext cx="8011025" cy="400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431749"/>
            <a:ext cx="11049000" cy="10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-471400" y="5629625"/>
            <a:ext cx="118080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28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i="0" lang="en-US" sz="11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Instagram menjadi pendorong konversi utama produk tas perempuan melalui raihan impresi (514,00M), klik (43,91M), dan konversi (9,74M) tertinggi, YouTube efektif membangun </a:t>
            </a:r>
            <a:r>
              <a:rPr i="1"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awareness</a:t>
            </a:r>
            <a:r>
              <a:rPr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dengan jangkauan impresi terbesar (515,03M), sedangkan Email memberikan retensi paling efisien dengan pengembalian tertinggi (ROAS 1.422,28).</a:t>
            </a:r>
            <a:endParaRPr sz="11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6937"/>
            <a:ext cx="5334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571500" y="18764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Indikator Impressions &amp; CTR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1500" y="2343150"/>
            <a:ext cx="5334000" cy="104775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1104900" y="2514600"/>
            <a:ext cx="46101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Impressions Tertinggi: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YouTube (515.04M) dan Instagram (514.00M) memimpin jangkauan terluas, terutama di periode Jul-Okt 2024 (~141M impresi).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71500" y="3524250"/>
            <a:ext cx="5334000" cy="104775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1104900" y="3695700"/>
            <a:ext cx="46101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Puncak Tingkat Klik (CTR):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Email mencatatkan CTR tertinggi sebesar 8.63% pada Oktober 2024, menunjukkan efektivitas pesan promosi yang sangat relevan.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71500" y="4705350"/>
            <a:ext cx="5334000" cy="104775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104900" y="4876800"/>
            <a:ext cx="46101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Eksplorasi Audiens: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Format visual dinamis pada Instagram &amp; YouTube terbukti paling efektif menarik perhatian audiens baru secara konsisten.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33813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71500" y="45624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71500" y="57435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38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19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9006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Brand Awareness Analysis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7463" y="669584"/>
            <a:ext cx="5172074" cy="272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7450" y="3700438"/>
            <a:ext cx="517207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Efisiensi Sales &amp; ROAS per Channel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061567"/>
            <a:ext cx="6199733" cy="1039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253829"/>
            <a:ext cx="6199733" cy="1253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659362"/>
            <a:ext cx="6199733" cy="1039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2806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362075" y="2261592"/>
            <a:ext cx="51330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Konversi CVR Tertinggi: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Instagram mencatatkan CVR (Conversion Rate) tertinggi hingga menyentuh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22.28%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periode Januari 2025, menjadikannya channel yang sangat kuat dalam mengonversi audiens menjadi pembeli.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472904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362075" y="3453854"/>
            <a:ext cx="5133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Dominasi Skor ROAS: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Email &amp; Instagram mendominasi skor ROAS tertinggi di beberapa periode (seperti Email mencapai puncak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1,487.13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Oktober 2024 dan Instagram di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1,486.92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Juli 2024), menandakan efisiensi biaya iklan yang sangat optimal.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8784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362075" y="4859387"/>
            <a:ext cx="51330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Implikasi Strategis: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Fokus pada alokasi budget retargeting melalui Email Marketing serta peningkatan campaign interaktif di Instagram terbukti memberikan pengembalian penjualan paling profitable.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5350" y="240446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5825" y="359672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5350" y="50022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23600" y="834463"/>
            <a:ext cx="48768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33125" y="3768175"/>
            <a:ext cx="48577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925" y="2238375"/>
            <a:ext cx="12001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3340655" y="2695575"/>
            <a:ext cx="551068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Business Case Study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2762250" y="4048125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Rekomendasi Strategi Peluncuran Produk Baru: Tas Perempuan Seharga $100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8325" y="2309812"/>
            <a:ext cx="128587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476250"/>
            <a:ext cx="5600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 Peluncuran Tas $100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1381125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 produk fesyen wanita bernilai $100, pemilihan channel dan targeting audiens harus menyeimbangkan visual storytelling dengan efisiensi konversi.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2314575"/>
            <a:ext cx="5334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104900" y="2486025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Instagram: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Channel utama visual showcase, influencer seeding, dan konversi langsung via Shoppable Posts.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3267075"/>
            <a:ext cx="5334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104900" y="3438525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 Marketing: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Channel penawaran eksklusif dan retargeting pelanggan berpotensi tinggi untuk memaksimalkan ROAS.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312420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407670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098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4623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68012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868012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4182337"/>
            <a:ext cx="27336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4182337"/>
            <a:ext cx="33147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85825" y="4649062"/>
            <a:ext cx="494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Segmen Wanita Karir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85825" y="5058637"/>
            <a:ext cx="470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Memiliki relevansi kebutuhan terkuat terhadap tas perempuan $100 untuk menunjang penampilan dan aktivitas profesional sehari-hari.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85825" y="5839687"/>
            <a:ext cx="4705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 Revenue: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$0.51M | Daya beli stabil dan tingkat konversi berulang yang tinggi.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600825" y="4649062"/>
            <a:ext cx="494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Premium Shoppers &amp; College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600825" y="5058637"/>
            <a:ext cx="47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Segmen dengan ketertarikan tinggi pada tren gaya hidup &amp; produk branded premium yang mengutamakan nilai estetika.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600825" y="5611087"/>
            <a:ext cx="4705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 Revenue: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$0.52M | Sangat responsif terhadap konten visual tren di Instagram &amp; YouTube.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476250"/>
            <a:ext cx="116016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Segmentasi Audiens Sasaran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2825" y="1186250"/>
            <a:ext cx="488632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1737"/>
            <a:ext cx="35306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471737"/>
            <a:ext cx="35306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471737"/>
            <a:ext cx="35306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74796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847725" y="3414712"/>
            <a:ext cx="31271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Instagram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47725" y="3824287"/>
            <a:ext cx="29781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Awareness &amp; Conversion Engine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47725" y="4100512"/>
            <a:ext cx="2978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Kombinasi visual tinggi dengan tingkat konversi tertinggi (CVR 22.20%). Sangat ampuh untuk produk fashion wanita seharga $100.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74796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4606974" y="3414712"/>
            <a:ext cx="31271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YouTube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4606974" y="3824287"/>
            <a:ext cx="29781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Brand Awareness Booster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606974" y="4100512"/>
            <a:ext cx="2978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Penghasil impresi terbesar (515.04M). Sangat ideal untuk konten unboxing, review mendalam, dan pengenalan produk baru.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74796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8366224" y="3414712"/>
            <a:ext cx="31271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Email Marketing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366224" y="3824287"/>
            <a:ext cx="29781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Profitability &amp; Retargeting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366224" y="4100512"/>
            <a:ext cx="2978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Pencetak ROAS tertinggi (1,422.28). Sangat efektif untuk kampanye penawaran langsung kepada segmen loyal/VIP.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837" y="2871787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6512" y="2871787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0049" y="287178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Peran Strategis Setiap Channel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571500" y="1976437"/>
            <a:ext cx="11049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1104900" y="2147887"/>
            <a:ext cx="10325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Alokasi Anggaran Utama: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Fokuskan porsi bujet terbesar pada Instagram (untuk visual branding &amp; sales) dan YouTube (untuk perluasan awareness awal).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71500" y="2928937"/>
            <a:ext cx="11049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1104900" y="3100387"/>
            <a:ext cx="10325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Retargeting Berbasis Email: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Gunakan strategi retargeting otomatis via Email bagi calon pembeli yang telah berinteraksi untuk memaksimalkan ROAS (puncak 1,487.13).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3881437"/>
            <a:ext cx="11049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104900" y="4052887"/>
            <a:ext cx="10325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Targeting Spesifik Segmen: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Salurkan promosi produk tas $100 secara khusus kepada Working Women dan Premium Shoppers melalui messaging bernilai profesional &amp; eksklusif.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4833937"/>
            <a:ext cx="11049000" cy="819150"/>
          </a:xfrm>
          <a:prstGeom prst="roundRect">
            <a:avLst>
              <a:gd fmla="val 116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1104900" y="5005387"/>
            <a:ext cx="10325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Optimalisasi Periode Kampanye: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Manfaatkan pola lonjakan CVR pada Q4-Q1 (Januari menyentuh CVR 22.28%) untuk mengoptimalkan momen belanja musiman.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27860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71500" y="46910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71500" y="5643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71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076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02920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Rekomendasi Strategi Bisnis</a:t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571500" y="1190625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295275" y="89535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191452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Rizky Ginanjar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